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5d27563c94664" /><Relationship Type="http://schemas.openxmlformats.org/officeDocument/2006/relationships/extended-properties" Target="/docProps/app.xml" Id="R3586239e7ba64dbe" /><Relationship Type="http://schemas.openxmlformats.org/officeDocument/2006/relationships/officeDocument" Target="/ppt/presentation.xml" Id="Re7340079436d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c3d2025695442e"/>
  </p:sldMasterIdLst>
  <p:notesMasterIdLst>
    <p:notesMasterId xmlns:r="http://schemas.openxmlformats.org/officeDocument/2006/relationships" r:id="R4564342cde2d4a3a"/>
  </p:notesMasterIdLst>
  <p:sldIdLst>
    <p:sldId xmlns:r="http://schemas.openxmlformats.org/officeDocument/2006/relationships" id="256" r:id="Rc910110beeee43b6"/>
    <p:sldId xmlns:r="http://schemas.openxmlformats.org/officeDocument/2006/relationships" id="257" r:id="R7b2563375b124a95"/>
    <p:sldId xmlns:r="http://schemas.openxmlformats.org/officeDocument/2006/relationships" id="258" r:id="R1c9d520438614d34"/>
    <p:sldId xmlns:r="http://schemas.openxmlformats.org/officeDocument/2006/relationships" id="259" r:id="Rb951e12a53964bb0"/>
    <p:sldId xmlns:r="http://schemas.openxmlformats.org/officeDocument/2006/relationships" id="260" r:id="R38af04b9baa243c9"/>
  </p:sldIdLst>
  <p:sldSz cx="14630400" cy="1463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b033afe90240c3" /><Relationship Type="http://schemas.openxmlformats.org/officeDocument/2006/relationships/slideMaster" Target="/ppt/slideMasters/slideMaster1.xml" Id="Re3c3d2025695442e" /><Relationship Type="http://schemas.openxmlformats.org/officeDocument/2006/relationships/notesMaster" Target="/ppt/notesMasters/notesMaster1.xml" Id="R4564342cde2d4a3a" /><Relationship Type="http://schemas.openxmlformats.org/officeDocument/2006/relationships/presProps" Target="/ppt/presProps.xml" Id="R276f5d12951d42ab" /><Relationship Type="http://schemas.openxmlformats.org/officeDocument/2006/relationships/tableStyles" Target="/ppt/tableStyles.xml" Id="R65a1ddf53be3418f" /><Relationship Type="http://schemas.openxmlformats.org/officeDocument/2006/relationships/slide" Target="/ppt/slides/slide1.xml" Id="Rc910110beeee43b6" /><Relationship Type="http://schemas.openxmlformats.org/officeDocument/2006/relationships/slide" Target="/ppt/slides/slide2.xml" Id="R7b2563375b124a95" /><Relationship Type="http://schemas.openxmlformats.org/officeDocument/2006/relationships/slide" Target="/ppt/slides/slide3.xml" Id="R1c9d520438614d34" /><Relationship Type="http://schemas.openxmlformats.org/officeDocument/2006/relationships/slide" Target="/ppt/slides/slide4.xml" Id="Rb951e12a53964bb0" /><Relationship Type="http://schemas.openxmlformats.org/officeDocument/2006/relationships/slide" Target="/ppt/slides/slide5.xml" Id="R38af04b9baa243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a8c7a989ff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36de9c0df943e6" /><Relationship Type="http://schemas.openxmlformats.org/officeDocument/2006/relationships/notesMaster" Target="/ppt/notesMasters/notesMaster1.xml" Id="Rd145ade3548d43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8773cfc3134488" /><Relationship Type="http://schemas.openxmlformats.org/officeDocument/2006/relationships/notesMaster" Target="/ppt/notesMasters/notesMaster1.xml" Id="R7bc9d0ee4f9547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1b2297a4ef4fd9" /><Relationship Type="http://schemas.openxmlformats.org/officeDocument/2006/relationships/notesMaster" Target="/ppt/notesMasters/notesMaster1.xml" Id="Ra96e30e3d97047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726611c09f42a7" /><Relationship Type="http://schemas.openxmlformats.org/officeDocument/2006/relationships/notesMaster" Target="/ppt/notesMasters/notesMaster1.xml" Id="Rffd414ed91e9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2e4e1c5d004a9a" /><Relationship Type="http://schemas.openxmlformats.org/officeDocument/2006/relationships/notesMaster" Target="/ppt/notesMasters/notesMaster1.xml" Id="R8b9a80e5bc3145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0bf1b521340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8928e05634fea" /><Relationship Type="http://schemas.openxmlformats.org/officeDocument/2006/relationships/slideLayout" Target="/ppt/slideLayouts/slideLayout1.xml" Id="Re704eb16654847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04eb16654847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301f9a84f4a33" /><Relationship Type="http://schemas.openxmlformats.org/officeDocument/2006/relationships/image" Target="/ppt/media/image.png" Id="Rde75888bce7545db" /><Relationship Type="http://schemas.openxmlformats.org/officeDocument/2006/relationships/notesSlide" Target="/ppt/notesSlides/notesSlide1.xml" Id="Rb3a5e03e69d14e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164d51c394c73" /><Relationship Type="http://schemas.openxmlformats.org/officeDocument/2006/relationships/image" Target="/ppt/media/image2.png" Id="R6d02b37b8c8d4b92" /><Relationship Type="http://schemas.openxmlformats.org/officeDocument/2006/relationships/notesSlide" Target="/ppt/notesSlides/notesSlide2.xml" Id="R35bc85ca34ea4e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6326fc2be4c21" /><Relationship Type="http://schemas.openxmlformats.org/officeDocument/2006/relationships/image" Target="/ppt/media/image3.png" Id="R74584085a2f84478" /><Relationship Type="http://schemas.openxmlformats.org/officeDocument/2006/relationships/notesSlide" Target="/ppt/notesSlides/notesSlide3.xml" Id="R87e91ac22778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c495e74b14d86" /><Relationship Type="http://schemas.openxmlformats.org/officeDocument/2006/relationships/image" Target="/ppt/media/image4.png" Id="R52779aa5f637493c" /><Relationship Type="http://schemas.openxmlformats.org/officeDocument/2006/relationships/notesSlide" Target="/ppt/notesSlides/notesSlide4.xml" Id="Rada0f84005364f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db9b3571a4c2b" /><Relationship Type="http://schemas.openxmlformats.org/officeDocument/2006/relationships/image" Target="/ppt/media/image5.png" Id="Rfc924e9d7cc34e14" /><Relationship Type="http://schemas.openxmlformats.org/officeDocument/2006/relationships/notesSlide" Target="/ppt/notesSlides/notesSlide5.xml" Id="R955188cbc55745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5888bce7545db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1463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08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2b37b8c8d4b92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1463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35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84085a2f84478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1463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69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79aa5f637493c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1463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3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24e9d7cc34e14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1463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03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5</ap:Slides>
  <ap:Notes>5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2026-07-31T00:00:00Z</dcterms:created>
  <dcterms:modified xsi:type="dcterms:W3CDTF">2026-07-31T00:00:00Z</dcterms:modified>
</coreProperties>
</file>